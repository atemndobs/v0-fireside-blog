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Cameroon Music Investment — 1‑Page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Budget ladders, KPI targets, and an ROI path for breakout-ready Cameroonian artists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400" b="1"/>
              <a:t>Thesis</a:t>
            </a:r>
          </a:p>
          <a:p>
            <a:pPr lvl="1"/>
            <a:r>
              <a:rPr sz="1200" b="0"/>
              <a:t>Fund a repeatable system: content cadence → measurable ads → creator engine → live → rights admin.</a:t>
            </a:r>
          </a:p>
          <a:p>
            <a:pPr/>
            <a:r>
              <a:rPr sz="1400" b="1"/>
              <a:t>Budget ladders (XAF)</a:t>
            </a:r>
          </a:p>
          <a:p>
            <a:pPr lvl="1"/>
            <a:r>
              <a:rPr sz="1200" b="0"/>
              <a:t>Lean ≈ 10M: 2 singles, 1 flagship video, focused ads, micro‑influencers, showcase.</a:t>
            </a:r>
          </a:p>
          <a:p>
            <a:pPr lvl="1"/>
            <a:r>
              <a:rPr sz="1200" b="0"/>
              <a:t>Growth ≈ 20–25M: 3 singles, 2 videos, TikTok creator wave, PR/radio, mid‑cap live + sponsor.</a:t>
            </a:r>
          </a:p>
          <a:p>
            <a:pPr/>
            <a:r>
              <a:rPr sz="1400" b="1"/>
              <a:t>KPI targets &amp; ROI window</a:t>
            </a:r>
          </a:p>
          <a:p>
            <a:pPr lvl="1"/>
            <a:r>
              <a:rPr sz="1200" b="0"/>
              <a:t>Lean: ~1.5M YT views, ~2M streams, 2–3 paid shows, 1 sponsor → recoup in ~6–12 months.</a:t>
            </a:r>
          </a:p>
          <a:p>
            <a:pPr lvl="1"/>
            <a:r>
              <a:rPr sz="1200" b="0"/>
              <a:t>Growth: ~4M YT views, ~5M streams, 4–6 shows, 1 sponsor → recoup in ~6–12 months.</a:t>
            </a:r>
          </a:p>
          <a:p>
            <a:pPr/>
            <a:r>
              <a:rPr sz="1400" b="1"/>
              <a:t>Strategy stack</a:t>
            </a:r>
          </a:p>
          <a:p>
            <a:pPr lvl="1"/>
            <a:r>
              <a:rPr sz="1200" b="0"/>
              <a:t>Pick artists by traction (charts/Shazam), lock fair 24–36m master splits.</a:t>
            </a:r>
          </a:p>
          <a:p>
            <a:pPr lvl="1"/>
            <a:r>
              <a:rPr sz="1200" b="0"/>
              <a:t>Two‑video cadence per single + 12–20 short‑form edits.</a:t>
            </a:r>
          </a:p>
          <a:p>
            <a:pPr lvl="1"/>
            <a:r>
              <a:rPr sz="1200" b="0"/>
              <a:t>Creator seeding across Cameroon + FR/BE/CH diaspora; weekly prompts.</a:t>
            </a:r>
          </a:p>
          <a:p>
            <a:pPr lvl="1"/>
            <a:r>
              <a:rPr sz="1200" b="0"/>
              <a:t>RBT + radio plugger + measurable codes; own one signature live moment.</a:t>
            </a:r>
          </a:p>
          <a:p>
            <a:pPr lvl="1"/>
            <a:r>
              <a:rPr sz="1200" b="0"/>
              <a:t>Rights hygiene: SONACAM, neighboring rights, YouTube CID, clean metadata.</a:t>
            </a:r>
          </a:p>
          <a:p>
            <a:pPr/>
            <a:r>
              <a:rPr sz="1400" b="1"/>
              <a:t>Hidden gems &amp; next steps</a:t>
            </a:r>
          </a:p>
          <a:p>
            <a:pPr lvl="1"/>
            <a:r>
              <a:rPr sz="1200" b="0"/>
              <a:t>RBT still cashy when bundled with radio/street; under‑administered rights = found money.</a:t>
            </a:r>
          </a:p>
          <a:p>
            <a:pPr lvl="1"/>
            <a:r>
              <a:rPr sz="1200" b="0"/>
              <a:t>Own recurring event IP (mid‑cap) rather than one‑offs; capture high‑quality live content.</a:t>
            </a:r>
          </a:p>
        </p:txBody>
      </p:sp>
      <p:pic>
        <p:nvPicPr>
          <p:cNvPr id="5" name="Picture 4" descr="cameroon_roi_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828800"/>
            <a:ext cx="552704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